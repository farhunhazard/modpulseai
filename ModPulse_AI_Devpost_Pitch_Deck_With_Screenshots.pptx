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ModPulse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AI-powered Reddit moderation triage for faster, evidence-based moderator decisions</a:t>
            </a:r>
          </a:p>
        </p:txBody>
      </p:sp>
      <p:pic>
        <p:nvPicPr>
          <p:cNvPr id="4" name="Picture 3" descr="modpulse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412480" cy="5608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399" y="5212080"/>
            <a:ext cx="10540181" cy="11216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5212080"/>
            <a:ext cx="73152" cy="7772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321808"/>
            <a:ext cx="10012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Elevator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87568"/>
            <a:ext cx="100126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14B58"/>
                </a:solidFill>
              </a:defRPr>
            </a:pPr>
            <a:r>
              <a:t>A Devvit mod tool that analyzes risky posts, scores moderation risk, and generates clear reports for scams, spam, harassment, and privacy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Moderators need speed, consistency,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23E"/>
                </a:solidFill>
              </a:defRPr>
            </a:pPr>
            <a:r>
              <a:t>Moderators repeatedly review scam, spam, crypto, harassment, and privacy-risk posts.</a:t>
            </a:r>
          </a:p>
          <a:p>
            <a:pPr>
              <a:spcAft>
                <a:spcPts val="800"/>
              </a:spcAft>
              <a:defRPr sz="2000">
                <a:solidFill>
                  <a:srgbClr val="2A323E"/>
                </a:solidFill>
              </a:defRPr>
            </a:pPr>
            <a:r>
              <a:t>Manual moderation can be slow and inconsistent across teams.</a:t>
            </a:r>
          </a:p>
          <a:p>
            <a:pPr>
              <a:spcAft>
                <a:spcPts val="800"/>
              </a:spcAft>
              <a:defRPr sz="2000">
                <a:solidFill>
                  <a:srgbClr val="2A323E"/>
                </a:solidFill>
              </a:defRPr>
            </a:pPr>
            <a:r>
              <a:t>High-risk posts need evidence, action guidance, and user-facing removal messages.</a:t>
            </a:r>
          </a:p>
          <a:p>
            <a:pPr>
              <a:spcAft>
                <a:spcPts val="800"/>
              </a:spcAft>
              <a:defRPr sz="2000">
                <a:solidFill>
                  <a:srgbClr val="2A323E"/>
                </a:solidFill>
              </a:defRPr>
            </a:pPr>
            <a:r>
              <a:t>Existing workflows often show alerts, but not complete decision-ready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75120" y="1325880"/>
            <a:ext cx="73152" cy="10515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435607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Core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01368"/>
            <a:ext cx="40690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Mods spend time reading, judging, documenting, and writing removal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69748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75120" y="2697480"/>
            <a:ext cx="73152" cy="10515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807208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72968"/>
            <a:ext cx="40690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Turn a post into a structured moderation report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069080"/>
            <a:ext cx="4389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4069080"/>
            <a:ext cx="73152" cy="10515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4178808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Hackathon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44568"/>
            <a:ext cx="40690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Directly supports Reddit’s New Mod Tool goal: reduce moderation 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Solution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From post input to complete moderation report</a:t>
            </a:r>
          </a:p>
        </p:txBody>
      </p:sp>
      <p:pic>
        <p:nvPicPr>
          <p:cNvPr id="4" name="Picture 3" descr="Modpulse analys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937760" cy="4168639"/>
          </a:xfrm>
          <a:prstGeom prst="rect">
            <a:avLst/>
          </a:prstGeom>
        </p:spPr>
      </p:pic>
      <p:pic>
        <p:nvPicPr>
          <p:cNvPr id="5" name="Picture 4" descr="Modpulse analyse 1 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4937760" cy="52838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89310" y="5760720"/>
            <a:ext cx="2016006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30368" y="2743200"/>
            <a:ext cx="73152" cy="8229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9310" y="57899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rPr dirty="0"/>
              <a:t>Analyze →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9310" y="6089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14B58"/>
                </a:solidFill>
              </a:defRPr>
            </a:pPr>
            <a:r>
              <a:rPr dirty="0"/>
              <a:t>Moderator enters content and gets a full risk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Live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Validated with multiple moderation scenarios</a:t>
            </a:r>
          </a:p>
        </p:txBody>
      </p:sp>
      <p:pic>
        <p:nvPicPr>
          <p:cNvPr id="4" name="Picture 3" descr="Modpulse analys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657600" cy="3186932"/>
          </a:xfrm>
          <a:prstGeom prst="rect">
            <a:avLst/>
          </a:prstGeom>
        </p:spPr>
      </p:pic>
      <p:pic>
        <p:nvPicPr>
          <p:cNvPr id="5" name="Picture 4" descr="Modpulse analyse 2 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43000"/>
            <a:ext cx="3657600" cy="3860157"/>
          </a:xfrm>
          <a:prstGeom prst="rect">
            <a:avLst/>
          </a:prstGeom>
        </p:spPr>
      </p:pic>
      <p:pic>
        <p:nvPicPr>
          <p:cNvPr id="6" name="Picture 5" descr="Modpulse analys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43000"/>
            <a:ext cx="3657600" cy="33442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79" y="5212080"/>
            <a:ext cx="3361649" cy="110455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73152" cy="685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532180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Low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687568"/>
            <a:ext cx="28803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Community suggestion post scored low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5212080"/>
            <a:ext cx="3361649" cy="110455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5212080"/>
            <a:ext cx="73152" cy="685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532180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Privacy/Safety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687568"/>
            <a:ext cx="28803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Sensitive personal details detected.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5212080"/>
            <a:ext cx="3383280" cy="110455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5212080"/>
            <a:ext cx="73152" cy="685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532180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Harassment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687568"/>
            <a:ext cx="28803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Toxic language detected with action guidance.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Report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Explainable output that moderators can trust</a:t>
            </a:r>
          </a:p>
        </p:txBody>
      </p:sp>
      <p:pic>
        <p:nvPicPr>
          <p:cNvPr id="4" name="Picture 3" descr="Modpulse analyse 3 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5352102"/>
          </a:xfrm>
          <a:prstGeom prst="rect">
            <a:avLst/>
          </a:prstGeom>
        </p:spPr>
      </p:pic>
      <p:pic>
        <p:nvPicPr>
          <p:cNvPr id="5" name="Picture 4" descr="Modpulse analyse 3 report 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53527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59" y="5623560"/>
            <a:ext cx="4968241" cy="100870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5623560"/>
            <a:ext cx="73152" cy="50292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73328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Evidence-Based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99048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Shows detected categories, signals, evidence summary, suggested actions, and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623560"/>
            <a:ext cx="512064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5623560"/>
            <a:ext cx="73152" cy="50292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573328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Moderator-Friendly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099048"/>
            <a:ext cx="4617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Large report modal keeps the result visible until the moderator closes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Designed for real moderator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Risk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099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0–100 score with Low, Medium, High, and Critical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Detected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Flags scam, spam, harassment, privacy, and off-platform solicitation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Evidence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099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Explains why the content was flagged instead of only giving a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1729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Action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5387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Suggests remove, review, approve, warn, or check user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0632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1729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Removal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387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Creates a user-facing message moderators can reuse.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0632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063240"/>
            <a:ext cx="73152" cy="132588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1729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Fallback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38728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Works with AI-ready design and stable rule-based fallback.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Technical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Devvit-native, TypeScript-powered, AI-ready</a:t>
            </a:r>
          </a:p>
        </p:txBody>
      </p:sp>
      <p:pic>
        <p:nvPicPr>
          <p:cNvPr id="4" name="Picture 3" descr="vscod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52160" cy="3118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3258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A323E"/>
                </a:solidFill>
              </a:defRPr>
            </a:pPr>
            <a:r>
              <a:t>Devvit app with post-level moderator menu action.</a:t>
            </a:r>
          </a:p>
          <a:p>
            <a:pPr>
              <a:spcAft>
                <a:spcPts val="800"/>
              </a:spcAft>
              <a:defRPr sz="1700">
                <a:solidFill>
                  <a:srgbClr val="2A323E"/>
                </a:solidFill>
              </a:defRPr>
            </a:pPr>
            <a:r>
              <a:t>TypeScript + Hono server handles menu and form workflows.</a:t>
            </a:r>
          </a:p>
          <a:p>
            <a:pPr>
              <a:spcAft>
                <a:spcPts val="800"/>
              </a:spcAft>
              <a:defRPr sz="1700">
                <a:solidFill>
                  <a:srgbClr val="2A323E"/>
                </a:solidFill>
              </a:defRPr>
            </a:pPr>
            <a:r>
              <a:t>OpenAI-ready analysis path for AI moderation reasoning.</a:t>
            </a:r>
          </a:p>
          <a:p>
            <a:pPr>
              <a:spcAft>
                <a:spcPts val="800"/>
              </a:spcAft>
              <a:defRPr sz="1700">
                <a:solidFill>
                  <a:srgbClr val="2A323E"/>
                </a:solidFill>
              </a:defRPr>
            </a:pPr>
            <a:r>
              <a:t>Rule-based fallback keeps demos stable when API access is unavailable.</a:t>
            </a:r>
          </a:p>
          <a:p>
            <a:pPr>
              <a:spcAft>
                <a:spcPts val="800"/>
              </a:spcAft>
              <a:defRPr sz="1700">
                <a:solidFill>
                  <a:srgbClr val="2A323E"/>
                </a:solidFill>
              </a:defRPr>
            </a:pPr>
            <a:r>
              <a:t>Report modal displays risk score, evidence, actions, removal message, and time saved.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More than a basic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Combines risk scoring, evidence, action guidance, removal messaging, and impact estimate.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Built directly into Reddit’s moderator workflow through Devvit.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Designed for explainability: moderators see why a decision is suggested.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Supports multiple risk types, not only spam.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Stable fallback engine makes it practical for real playtesting and demos.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Can evolve into a full moderation intelligence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Business &amp; Community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A scalable utility for Reddit communities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0632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Subreddit moderators, mod teams, community managers, and Reddit App Directory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73152" cy="12801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Market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30632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Growing communities need faster triage tools without complex setup.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73152" cy="12801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09928"/>
            <a:ext cx="30632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Safer communities, faster decisions, and more consistent moderation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23E"/>
                </a:solidFill>
              </a:defRPr>
            </a:pPr>
            <a:r>
              <a:t>Useful for finance, crypto, marketplace, gaming, tech, education, and general discussion communities.</a:t>
            </a:r>
          </a:p>
          <a:p>
            <a:pPr>
              <a:spcAft>
                <a:spcPts val="800"/>
              </a:spcAft>
              <a:defRPr sz="1800">
                <a:solidFill>
                  <a:srgbClr val="2A323E"/>
                </a:solidFill>
              </a:defRPr>
            </a:pPr>
            <a:r>
              <a:t>Can be generalized with subreddit-specific rules and scoring weights.</a:t>
            </a:r>
          </a:p>
          <a:p>
            <a:pPr>
              <a:spcAft>
                <a:spcPts val="800"/>
              </a:spcAft>
              <a:defRPr sz="1800">
                <a:solidFill>
                  <a:srgbClr val="2A323E"/>
                </a:solidFill>
              </a:defRPr>
            </a:pPr>
            <a:r>
              <a:t>Supports both small volunteer mod teams and high-volume communities.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Roadmap toward a complete moderation intelligence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5272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Automatic Post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Pull title/body directly from Reddit context when supported.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430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14300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25272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PDF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1848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Generate downloadable moderation reports for records and appeals.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14300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25272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Dashboard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61848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Track risky posts, categories, time saved, and mod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94436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Custom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1012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Let each subreddit configure policies and scoring weights.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34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283464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94436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Repeat Offender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1012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Identify repeated risky behavior and escalation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834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2834640"/>
            <a:ext cx="73152" cy="1234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9" y="294436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t>Queue Prioritization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31012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14B58"/>
                </a:solidFill>
              </a:defRPr>
            </a:pPr>
            <a:r>
              <a:t>Rank mod queue items by risk and urgency.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Why It Deserves a Prize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Strong fit for Best New Mod Tool and Moderator’s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Solves a real moderator pain point: fast triage of risky posts.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Reduces moderation load with structured reports and action suggestions.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Improves consistency by standardizing risk scoring and evidence summaries.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Shows a working Devvit-native prototype with real screenshots and test cases.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Has clear measurable impact through estimated time saved per review.</a:t>
            </a:r>
          </a:p>
          <a:p>
            <a:pPr>
              <a:spcAft>
                <a:spcPts val="800"/>
              </a:spcAft>
              <a:defRPr sz="1900">
                <a:solidFill>
                  <a:srgbClr val="2A323E"/>
                </a:solidFill>
              </a:defRPr>
            </a:pPr>
            <a:r>
              <a:t>Has strong future potential: PDF reports, dashboards, analytics, custom rules, and queue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6"/>
                </a:solidFill>
              </a:defRPr>
            </a:pPr>
            <a:r>
              <a:t>ModPulse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6C"/>
                </a:solidFill>
              </a:defRPr>
            </a:pPr>
            <a:r>
              <a:t>Faster moderation. Clearer evidence. Safer communities.</a:t>
            </a:r>
          </a:p>
        </p:txBody>
      </p:sp>
      <p:pic>
        <p:nvPicPr>
          <p:cNvPr id="4" name="Picture 3" descr="modpulse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34440"/>
            <a:ext cx="7955279" cy="530351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199" y="5349239"/>
            <a:ext cx="6892413" cy="9601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0" y="5349240"/>
            <a:ext cx="73152" cy="6858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5458968"/>
            <a:ext cx="394178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C26"/>
                </a:solidFill>
              </a:defRPr>
            </a:pPr>
            <a:r>
              <a:rPr dirty="0"/>
              <a:t>Built by Mohamed </a:t>
            </a:r>
            <a:r>
              <a:rPr dirty="0" err="1"/>
              <a:t>Farhun</a:t>
            </a:r>
            <a:r>
              <a:rPr dirty="0"/>
              <a:t> M</a:t>
            </a:r>
            <a:r>
              <a:rPr lang="en-IN" dirty="0"/>
              <a:t> , NandhaKumar S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824727"/>
            <a:ext cx="64465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14B58"/>
                </a:solidFill>
              </a:defRPr>
            </a:pPr>
            <a:r>
              <a:t>A Devvit-powered AI moderation triage tool for Reddit hackathon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08A"/>
                </a:solidFill>
              </a:defRPr>
            </a:pPr>
            <a:r>
              <a:t>ModPulse AI • AI-powered Devvit moderation 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839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2026-05-27T11:48:48Z</dcterms:modified>
  <cp:category/>
</cp:coreProperties>
</file>